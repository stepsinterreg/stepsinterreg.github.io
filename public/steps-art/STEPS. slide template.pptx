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23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0075B-9359-7C49-8021-739E57482148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0E920-5943-354A-8F52-0E6DC3EDB6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3995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E8661-E53C-4339-B6A1-17A219D93C5B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345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49F69-BAAC-6B4B-F79F-7567F5C6A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5BA863B-6F37-32FE-0CC0-A7E623D76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6FF726D-AF0E-AD6A-FC47-D75DE403E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452B1D-9667-5068-207B-4C4D1E362B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E8661-E53C-4339-B6A1-17A219D93C5B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977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3C31B-D2AD-4278-5F2D-362E1A5AA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8BF519-BE67-3D65-F914-363EB6BA0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1491AD-300A-5131-56D5-1D3FA3DD8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B729-7219-9744-9617-3B76C2AE5CDD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65E0C0-BF41-4D1C-6A08-054388F8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5C0AC9-AA6E-CCA3-DEE9-E6BA28B71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B66E-85F6-7542-BABC-574969803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231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679B49-891F-683E-A6CD-715E8966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30A5C7-6545-EAB5-EFDB-673E0AD9A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98B382-7E15-A984-96DD-AD97CDEF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B729-7219-9744-9617-3B76C2AE5CDD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421C39-0155-D0EB-7705-F5A1C907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05736-401B-B78A-E15D-266EFC55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B66E-85F6-7542-BABC-574969803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8781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4C0E1F-4017-16DF-17E5-2BE0B7F6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2F4511-8ABA-E955-00F0-AAC25177D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544A97-7D7C-5ACF-C611-1C444E91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B729-7219-9744-9617-3B76C2AE5CDD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68A285-BE06-CC98-F928-DCC965B02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CFE2D2-DCB5-EA15-919F-492E2CE8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B66E-85F6-7542-BABC-574969803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63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F40A9A-6B96-CEE5-436C-80F4BE47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B3D80B-D2F2-7370-7AEE-C38D1A8CB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555D507-24C7-1AC4-6DEE-ACDA9697B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892B7E0-37DF-461C-CB97-A0C1014B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B729-7219-9744-9617-3B76C2AE5CDD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D9259A-1181-57E4-313D-E176E66E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2AF69D-BE11-609E-0CEB-0B44C360D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B66E-85F6-7542-BABC-574969803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116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279303-5A8A-032D-0007-6FB9DC1DA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C90279-DA34-F8B3-24FC-77FA68577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108B064-1D14-D762-D954-C91353811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2405779-A39E-A36E-C566-21D42C3B7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6CD5901-69EE-D512-ADEE-1B3C031ED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C724CF7-C574-EDC6-471B-2E077AA32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B729-7219-9744-9617-3B76C2AE5CDD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8B64B7A-E43A-AFAC-5072-813101C8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2B178FD-CE53-5C4C-84EB-A5D505EB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B66E-85F6-7542-BABC-574969803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921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75255A-714B-DF03-E5E4-EA361940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361F289-7059-C377-14CA-015D20A7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B729-7219-9744-9617-3B76C2AE5CDD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3634FE-F57E-88F7-8820-FC68E530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C343AE-2CB6-E4E2-0D53-686D9E23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B66E-85F6-7542-BABC-574969803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7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9AEADF3-A5B1-5E0F-4FFD-8F94645E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B729-7219-9744-9617-3B76C2AE5CDD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23D3791-3966-3B6A-3FAD-0ACB0079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A3F6DC-8FC3-BF4E-EE9C-B7AB5D85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B66E-85F6-7542-BABC-574969803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465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B9E0EA-ADDB-772A-1469-0FBF155A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61E053-EAA0-9552-3136-4974C761C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635DE2-F42E-8C76-8BCE-694706A6A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65D37D-0F54-D88D-BBFF-B6CD3ADE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B729-7219-9744-9617-3B76C2AE5CDD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248747-FD44-36DD-2561-E9622636C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E02445-F76B-4F37-F932-0E6044B2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B66E-85F6-7542-BABC-574969803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58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ED7977-DBAA-B6CD-4CC6-77387F6F4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46EC704-5EEE-C457-EBBE-5C1A878CB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AEECF7-7ABA-58E8-C609-CE470F54B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C4152B-3AA0-77F7-3376-D17D18CA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B729-7219-9744-9617-3B76C2AE5CDD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927B80-13D4-96B9-1A4A-0E7854C8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633C0E-F7A8-83D4-CDF6-56D1B4AC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B66E-85F6-7542-BABC-574969803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293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9229BF-5F7D-09C6-50DC-3AA0CF1FF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056654-645F-754A-8286-287D3982E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4162DE-126E-A7E2-5226-711723FA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B729-7219-9744-9617-3B76C2AE5CDD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C5DF39-11C2-512F-EDC2-311C420A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08D231-F490-0B48-7189-E4E65FB54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B66E-85F6-7542-BABC-574969803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22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CE83FB3-8BA3-C129-404A-214EB3160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FE1A2C7-B16D-ADF6-53F2-60509D3E2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36FAC0-4D10-D1AB-BB19-EF3D8E504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B729-7219-9744-9617-3B76C2AE5CDD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D4AE72-6AAF-B84A-0973-ACCA4E6BC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6F68CB-DA7C-D18E-5B99-70F33366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B66E-85F6-7542-BABC-574969803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41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B7E91BC-EC07-15A5-C8C0-26CC4C6B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05666E-D4F3-495C-483C-8AF969FA2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170309-FC7B-10AD-4B19-8AC79D460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AB729-7219-9744-9617-3B76C2AE5CDD}" type="datetimeFigureOut">
              <a:rPr lang="de-DE" smtClean="0"/>
              <a:t>16.06.25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D1A0CA-8EC0-7C4A-EB89-0995A1F72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424FED-73AA-D814-2F71-613C28877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8B66E-85F6-7542-BABC-574969803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313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A2382"/>
            </a:gs>
            <a:gs pos="91000">
              <a:schemeClr val="bg1"/>
            </a:gs>
            <a:gs pos="8000">
              <a:schemeClr val="bg1"/>
            </a:gs>
            <a:gs pos="100000">
              <a:srgbClr val="5A238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7A12FC98-66BF-4955-837C-A349E94762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005" y="5180476"/>
            <a:ext cx="3723340" cy="112219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DA954ACA-655A-4265-B335-B88986B6D4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014" y="4197555"/>
            <a:ext cx="1630881" cy="856213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429F6953-8ABE-4860-AD04-71D21D3B06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291" y="1661200"/>
            <a:ext cx="1223554" cy="685122"/>
          </a:xfrm>
          <a:prstGeom prst="rect">
            <a:avLst/>
          </a:prstGeom>
        </p:spPr>
      </p:pic>
      <p:pic>
        <p:nvPicPr>
          <p:cNvPr id="18" name="Grafik 17" descr="Ein Bild, das Schrift, Symbol, Grafiken, Logo enthält.&#10;&#10;AI-generated content may be incorrect.">
            <a:extLst>
              <a:ext uri="{FF2B5EF4-FFF2-40B4-BE49-F238E27FC236}">
                <a16:creationId xmlns:a16="http://schemas.microsoft.com/office/drawing/2014/main" id="{B450E1DD-2E8E-E5A7-845C-E571412B47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600" y="2925089"/>
            <a:ext cx="706249" cy="774956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95F39AF1-BAEA-95FD-48AD-0348861063E4}"/>
              </a:ext>
            </a:extLst>
          </p:cNvPr>
          <p:cNvSpPr txBox="1"/>
          <p:nvPr/>
        </p:nvSpPr>
        <p:spPr>
          <a:xfrm>
            <a:off x="4799974" y="6329792"/>
            <a:ext cx="1685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1" u="none" strike="noStrike" kern="100" cap="none" spc="0" normalizeH="0" baseline="0" noProof="0" dirty="0">
                <a:ln>
                  <a:noFill/>
                </a:ln>
                <a:solidFill>
                  <a:srgbClr val="77206D"/>
                </a:solidFill>
                <a:effectLst/>
                <a:uLnTx/>
                <a:uFillTx/>
                <a:latin typeface="Source Sans 3" panose="020B0303030403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STEPS</a:t>
            </a:r>
            <a:r>
              <a:rPr kumimoji="0" lang="de-DE" sz="1800" b="0" i="0" u="none" strike="noStrike" kern="100" cap="none" spc="0" normalizeH="0" baseline="0" noProof="0" dirty="0">
                <a:ln>
                  <a:noFill/>
                </a:ln>
                <a:solidFill>
                  <a:srgbClr val="77206D"/>
                </a:solidFill>
                <a:effectLst/>
                <a:uLnTx/>
                <a:uFillTx/>
                <a:latin typeface="Berlin Sans FB Demi" panose="020E0802020502020306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kumimoji="0" lang="de-DE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A517590-FCC0-DA4B-A839-E435A7803B0D}"/>
              </a:ext>
            </a:extLst>
          </p:cNvPr>
          <p:cNvSpPr txBox="1"/>
          <p:nvPr/>
        </p:nvSpPr>
        <p:spPr>
          <a:xfrm>
            <a:off x="3405307" y="3208907"/>
            <a:ext cx="742558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b="1" dirty="0">
                <a:solidFill>
                  <a:srgbClr val="5A2382"/>
                </a:solidFill>
                <a:effectLst>
                  <a:reflection blurRad="6350" stA="60000" endA="900" endPos="58000" dir="5400000" sy="-100000" algn="bl" rotWithShape="0"/>
                </a:effectLst>
                <a:latin typeface="Source Sans 3" panose="020B0303030403020204" pitchFamily="34" charset="0"/>
              </a:rPr>
              <a:t>STEPS.-Projekt</a:t>
            </a:r>
          </a:p>
          <a:p>
            <a:endParaRPr lang="de-DE" dirty="0">
              <a:solidFill>
                <a:srgbClr val="5A2382"/>
              </a:solidFill>
              <a:latin typeface="Source Sans 3" panose="020B0303030403020204" pitchFamily="34" charset="0"/>
            </a:endParaRPr>
          </a:p>
          <a:p>
            <a:r>
              <a:rPr lang="de-DE" dirty="0">
                <a:solidFill>
                  <a:srgbClr val="5A2382"/>
                </a:solidFill>
                <a:latin typeface="Source Sans 3" panose="020B0303030403020204" pitchFamily="34" charset="0"/>
              </a:rPr>
              <a:t>     </a:t>
            </a:r>
          </a:p>
          <a:p>
            <a:r>
              <a:rPr lang="de-DE" sz="2800" dirty="0">
                <a:solidFill>
                  <a:srgbClr val="5A2382"/>
                </a:solidFill>
                <a:latin typeface="Source Sans 3" panose="020B0303030403020204" pitchFamily="34" charset="0"/>
              </a:rPr>
              <a:t>(Eventname) ❊  (Date) ❊ (Place)</a:t>
            </a:r>
          </a:p>
        </p:txBody>
      </p:sp>
      <p:pic>
        <p:nvPicPr>
          <p:cNvPr id="7" name="Grafik 6" descr="Ein Bild, das Text, Schrift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6C0D5C6B-6771-1D1F-8744-C2BE3B17C9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302" y="580847"/>
            <a:ext cx="4387403" cy="2149827"/>
          </a:xfrm>
          <a:prstGeom prst="rect">
            <a:avLst/>
          </a:prstGeom>
        </p:spPr>
      </p:pic>
      <p:pic>
        <p:nvPicPr>
          <p:cNvPr id="9" name="Grafik 8" descr="Ein Bild, das Clipart, Darstellung, Smiley, Grafiken enthält.&#10;&#10;KI-generierte Inhalte können fehlerhaft sein.">
            <a:extLst>
              <a:ext uri="{FF2B5EF4-FFF2-40B4-BE49-F238E27FC236}">
                <a16:creationId xmlns:a16="http://schemas.microsoft.com/office/drawing/2014/main" id="{BF4141F8-3167-F779-3E4B-360797BD0B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3008" y="5984630"/>
            <a:ext cx="498948" cy="71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363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A2382"/>
            </a:gs>
            <a:gs pos="91000">
              <a:schemeClr val="bg1"/>
            </a:gs>
            <a:gs pos="2000">
              <a:schemeClr val="bg1"/>
            </a:gs>
            <a:gs pos="100000">
              <a:srgbClr val="5A2382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C1CEF-117A-F997-080C-FED1ED2D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feld 23">
            <a:extLst>
              <a:ext uri="{FF2B5EF4-FFF2-40B4-BE49-F238E27FC236}">
                <a16:creationId xmlns:a16="http://schemas.microsoft.com/office/drawing/2014/main" id="{73C034FE-6C17-3C6E-1F9C-7748E87DA564}"/>
              </a:ext>
            </a:extLst>
          </p:cNvPr>
          <p:cNvSpPr txBox="1"/>
          <p:nvPr/>
        </p:nvSpPr>
        <p:spPr>
          <a:xfrm>
            <a:off x="4799974" y="6329792"/>
            <a:ext cx="1685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1" u="none" strike="noStrike" kern="100" cap="none" spc="0" normalizeH="0" baseline="0" noProof="0" dirty="0">
                <a:ln>
                  <a:noFill/>
                </a:ln>
                <a:solidFill>
                  <a:srgbClr val="77206D"/>
                </a:solidFill>
                <a:effectLst/>
                <a:uLnTx/>
                <a:uFillTx/>
                <a:latin typeface="Source Sans 3" panose="020B0303030403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STEPS</a:t>
            </a:r>
            <a:r>
              <a:rPr kumimoji="0" lang="de-DE" sz="1800" b="0" i="0" u="none" strike="noStrike" kern="100" cap="none" spc="0" normalizeH="0" baseline="0" noProof="0" dirty="0">
                <a:ln>
                  <a:noFill/>
                </a:ln>
                <a:solidFill>
                  <a:srgbClr val="77206D"/>
                </a:solidFill>
                <a:effectLst/>
                <a:uLnTx/>
                <a:uFillTx/>
                <a:latin typeface="Berlin Sans FB Demi" panose="020E0802020502020306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kumimoji="0" lang="de-DE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 descr="Ein Bild, das Text, Schrift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AC43249B-CDA0-0651-247A-7B9A93304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592" y="688931"/>
            <a:ext cx="1968376" cy="964504"/>
          </a:xfrm>
          <a:prstGeom prst="rect">
            <a:avLst/>
          </a:prstGeom>
        </p:spPr>
      </p:pic>
      <p:pic>
        <p:nvPicPr>
          <p:cNvPr id="9" name="Grafik 8" descr="Ein Bild, das Clipart, Darstellung, Smiley, Grafiken enthält.&#10;&#10;KI-generierte Inhalte können fehlerhaft sein.">
            <a:extLst>
              <a:ext uri="{FF2B5EF4-FFF2-40B4-BE49-F238E27FC236}">
                <a16:creationId xmlns:a16="http://schemas.microsoft.com/office/drawing/2014/main" id="{EB680822-7F00-D355-D5BE-79E09C22B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02" y="5984630"/>
            <a:ext cx="498948" cy="71449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F4FD748-C1E9-9B1F-A265-BE9F0D666EF1}"/>
              </a:ext>
            </a:extLst>
          </p:cNvPr>
          <p:cNvSpPr txBox="1"/>
          <p:nvPr/>
        </p:nvSpPr>
        <p:spPr>
          <a:xfrm>
            <a:off x="10267440" y="6341877"/>
            <a:ext cx="158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Source Sans 3" panose="020B0303030403020204" pitchFamily="34" charset="0"/>
              </a:rPr>
              <a:t>(Date)</a:t>
            </a:r>
          </a:p>
        </p:txBody>
      </p:sp>
    </p:spTree>
    <p:extLst>
      <p:ext uri="{BB962C8B-B14F-4D97-AF65-F5344CB8AC3E}">
        <p14:creationId xmlns:p14="http://schemas.microsoft.com/office/powerpoint/2010/main" val="3444781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D04C7946D07C74F9BAE8083B1C78804" ma:contentTypeVersion="13" ma:contentTypeDescription="Ein neues Dokument erstellen." ma:contentTypeScope="" ma:versionID="8c5648b535f0782a28bb0d2dceb765ab">
  <xsd:schema xmlns:xsd="http://www.w3.org/2001/XMLSchema" xmlns:xs="http://www.w3.org/2001/XMLSchema" xmlns:p="http://schemas.microsoft.com/office/2006/metadata/properties" xmlns:ns2="15569304-0419-4c28-b27b-9d16963fbae9" xmlns:ns3="1ec1df65-20cb-4816-9e44-03ce4425f66c" targetNamespace="http://schemas.microsoft.com/office/2006/metadata/properties" ma:root="true" ma:fieldsID="b89e574396f403b0be51f1f02c05365d" ns2:_="" ns3:_="">
    <xsd:import namespace="15569304-0419-4c28-b27b-9d16963fbae9"/>
    <xsd:import namespace="1ec1df65-20cb-4816-9e44-03ce4425f6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69304-0419-4c28-b27b-9d16963fba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f9553f63-5966-4a09-978d-72b299aea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c1df65-20cb-4816-9e44-03ce4425f66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98abef8-7b9f-4261-9c95-ce429e7a52d3}" ma:internalName="TaxCatchAll" ma:showField="CatchAllData" ma:web="1ec1df65-20cb-4816-9e44-03ce4425f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ec1df65-20cb-4816-9e44-03ce4425f66c" xsi:nil="true"/>
    <lcf76f155ced4ddcb4097134ff3c332f xmlns="15569304-0419-4c28-b27b-9d16963fbae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62E2143-4D6F-4903-AFCA-0A14046AA84B}"/>
</file>

<file path=customXml/itemProps2.xml><?xml version="1.0" encoding="utf-8"?>
<ds:datastoreItem xmlns:ds="http://schemas.openxmlformats.org/officeDocument/2006/customXml" ds:itemID="{CECDEB7C-E95E-41A1-B57F-4CFC7D05B891}"/>
</file>

<file path=customXml/itemProps3.xml><?xml version="1.0" encoding="utf-8"?>
<ds:datastoreItem xmlns:ds="http://schemas.openxmlformats.org/officeDocument/2006/customXml" ds:itemID="{5F0A1FF0-5D80-4D01-97D1-9582ABDD832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Macintosh PowerPoint</Application>
  <PresentationFormat>Breitbild</PresentationFormat>
  <Paragraphs>9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Berlin Sans FB Demi</vt:lpstr>
      <vt:lpstr>Calibri</vt:lpstr>
      <vt:lpstr>Source Sans 3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Wilken</dc:creator>
  <cp:lastModifiedBy>Marc Wilken</cp:lastModifiedBy>
  <cp:revision>3</cp:revision>
  <dcterms:created xsi:type="dcterms:W3CDTF">2025-06-16T19:06:17Z</dcterms:created>
  <dcterms:modified xsi:type="dcterms:W3CDTF">2025-06-16T19:28:52Z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0x0101006D04C7946D07C74F9BAE8083B1C78804</vt:lpwstr>
  </property>
</Properties>
</file>